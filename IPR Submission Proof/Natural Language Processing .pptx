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8" r:id="rId14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Transformer-Based Natural Language Processing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Vibha </a:t>
            </a: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, 2210992521</a:t>
            </a:r>
            <a:endParaRPr lang="en-IN" alt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Ridhima, 2210992151</a:t>
            </a:r>
            <a:endParaRPr lang="en-IN" alt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Shikha Tutneja</a:t>
            </a:r>
            <a:br>
              <a:rPr lang="en-IN" alt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IN" alt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Associate Professor</a:t>
            </a:r>
            <a:endParaRPr lang="en-IN" alt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What is NLP?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Natural Language Processing (NLP) enables computers to comprehend and process natural human languages, drawing from computer science, linguistics, and AI.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Evolution: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has progressed from rule-based systems to statistical methods, and finally to deep learning approaches.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Transformers: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The introduction of self-attention mechanisms in Transformer models resolved limitations of RNNs and LSTMs, enabling superior contextual understanding.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Applications: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is widely applied in virtual assistants, translation, sentiment analysis, education, medicine, and customer services.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Research Focus: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paper reviews transformer-based NLP models (BERT, GPT), their applications, and evaluates ML baselines on sentiment analysis.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Stage 1 - Rule-Based: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Early NLP used handcrafted grammatical rules and dictionaries. Simple but inflexible for real-world language variety.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Stage 2 - Statistical: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N-gram and probabilistic models learned from data but relied on manually crafted features and failed to capture full context.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Stage 3 - Deep Learning: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RNNs and LSTMs improved sequence modeling but suffered from vanishing gradient problems limiting long-range dependency capture.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Breakthrough: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Attention mechanisms (Vaswani et al., 2017) solved these limitations, enabling models to focus on relevant words across long sequences.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Architecture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Self-Attention Mechanism: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Allows the model to assess the importance of each word relative to all others in the sentence, capturing rich context.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Encoder-Decoder Structure: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The encoder processes input sequences while the decoder generates output — the foundation of modern NLP architectures.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Positional Encoding: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Since transformers do not inherently preserve word order, positional encodings are added to maintain sequence information.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Pre-training &amp; Fine-tuning: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are pre-trained on large datasets and then fine-tuned for specific tasks, making them highly adaptable across NLP domains.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&amp; Variants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BERT: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Bidirectional Encoder Representations from Transformers. Processes text in both directions, excellent for classification and Q&amp;A tasks.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GPT: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Generative Pre-trained Transformer. Autoregressive model predicting the next word — ideal for text generation and conversation.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RoBERTa &amp; ALBERT: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Optimized variants of BERT with improved training strategies and reduced parameters for better efficiency.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T5: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Text-to-Text Transfer Transformer — frames all NLP tasks as text generation problems for unified modeling.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DistilBERT: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 lighter, distilled version of BERT that retains 97% performance while being 40% smaller and 60% faster.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NLP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Translation: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Transformer architectures have significantly improved translation quality by capturing context far better than earlier sequence models.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Sentiment Analysis: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Identifies positive, negative, or neutral opinions in text. Used in product reviews, social media monitoring, and customer feedback.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Question Answering: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models extract answers from documents, enabling intelligent search and knowledge retrieval systems.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Chatbots &amp; Virtual Assistants: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Conversational AI powered by transformers enables natural human-machine interaction at scale.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Text Summarization &amp; Speech Recognition: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is essential for condensing information and converting spoken language to text accurately.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Data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IMDB Movie Review Dataset — 50,000 reviews split equally between positive and negative sentiment labels.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Objective: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Binary sentiment classification: categorize each review as positive or negative using traditional ML models.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Text Representation: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TF-IDF (Term Frequency-Inverse Document Frequency) was used to convert raw text into numerical feature vectors.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Positive Reviews: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Frequently contained words such as 'excellent', 'amazing', and 'great' — clear learnable patterns.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Negative Reviews: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Commonly included terms like 'bad', 'boring', and 'poor' — confirming dataset separability.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Achieved 87% accuracy — the better performing model on this dataset, demonstrating strong linear separability of TF-IDF features.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Random Forest: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Achieved 84.92% accuracy — competitive but slightly lower, indicating ensemble trees are less optimal for sparse text features.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Confusion Matrix: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Correctly classified 4,271 negative and 4,429 positive reviews. Misclassified only 690 and 610 reviews respectively.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Key Insight: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ML models can serve as strong baselines for sentiment classification even without deep learning.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TF-IDF + classical models lack contextual understanding — transformers are expected to achieve superior results.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Challenges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Transformer Superiority: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Attention mechanisms and large-scale pre-training allow transformers to understand deep semantic relations better than any prior approach.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Computational Cost: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Training and deploying transformer models requires significant computational resources, limiting access for smaller organizations.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Interpretability: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Despite strong performance, transformer decisions are difficult to explain — a major concern in healthcare and legal applications.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Bias: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pre-trained on large internet corpora can inherit and amplify societal biases, as noted with large language models like GPT.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Language Ambiguity: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Natural language is inherently ambiguous; transformers still struggle with nuanced meaning, sarcasm, and cultural context.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has evolved from rule-based methods to transformer models, achieving remarkable results in translation, classification, and generation.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ML Baselines: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models (Logistic Regression, Random Forest) remain effective baselines; transformers provide superior contextual understanding.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Efficiency Research: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like DistilBERT and ALBERT show that high quality is achievable with reduced computational requirements.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Few-Shot Learning: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Enables high performance with minimal labeled data — especially promising for low-resource and underrepresented languages.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Outlook: 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NLP research will focus on fairness, accountability, multimodal integration (text + image/audio), and interpretability.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6414</Words>
  <Application>WPS Presentation</Application>
  <PresentationFormat>On-screen Show (4:3)</PresentationFormat>
  <Paragraphs>122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Vibha singla</cp:lastModifiedBy>
  <cp:revision>2299</cp:revision>
  <dcterms:created xsi:type="dcterms:W3CDTF">2010-04-09T07:36:00Z</dcterms:created>
  <dcterms:modified xsi:type="dcterms:W3CDTF">2026-04-28T06:55:12Z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1033-12.1.0.25242</vt:lpwstr>
  </property>
  <property fmtid="{D5CDD505-2E9C-101B-9397-08002B2CF9AE}" pid="15" name="ICV">
    <vt:lpwstr>F0FEF083EF16465893DE84252408F3DC_13</vt:lpwstr>
  </property>
</Properties>
</file>